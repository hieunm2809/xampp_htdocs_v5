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Q1/2026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Hasaki Technology — Phòng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Doanh thu theo kênh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Cửa hàng: 1.250 triệu (+12%)</a:t>
            </a:r>
          </a:p>
          <a:p>
            <a:r>
              <a:t>Online: 2.340 triệu (+45%)</a:t>
            </a:r>
          </a:p>
          <a:p>
            <a:r>
              <a:t>App: 890 triệu (+78%)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lần đầu vượt cửa hàng. Tiếp tục đầu tư kênh số.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